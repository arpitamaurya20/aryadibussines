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89"/>
  </p:normalViewPr>
  <p:slideViewPr>
    <p:cSldViewPr snapToGrid="0">
      <p:cViewPr varScale="1">
        <p:scale>
          <a:sx n="90" d="100"/>
          <a:sy n="90" d="100"/>
        </p:scale>
        <p:origin x="232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0628A-2688-722C-A767-3D075F3056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381408-65E2-8B15-5711-E648DBC5A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FEAD53-FDDD-07FE-B6FE-E02AB82AF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7230D-C443-9C48-A48F-380679440D16}" type="datetimeFigureOut">
              <a:rPr lang="en-US" smtClean="0"/>
              <a:t>5/18/23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4588A-58D8-FC60-BE38-3053FA468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F2740-F441-D41B-633E-04030848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2BE81-5738-E248-B40F-CD5F2DCAE4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8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84978-ABBB-8989-2D47-1EFFE12C8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EFA7C-E605-F7F6-52F9-8199A827B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B7B56-B6C7-E2AE-2B92-0A65D4D16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7230D-C443-9C48-A48F-380679440D16}" type="datetimeFigureOut">
              <a:rPr lang="en-US" smtClean="0"/>
              <a:t>5/18/23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E3574-1130-D5D3-1537-20046693E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A78A8-57EF-AFB1-D2C2-8CD371A57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2BE81-5738-E248-B40F-CD5F2DCAE4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297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AC63E-E124-04FB-A0DB-471324B8A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A019A3-5A4C-E338-14F2-DE6FF2E7B3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49DB7-E138-D714-DBA0-0E5372049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7230D-C443-9C48-A48F-380679440D16}" type="datetimeFigureOut">
              <a:rPr lang="en-US" smtClean="0"/>
              <a:t>5/18/23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66DF2-2667-6F7E-C9BD-630BF97BB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2F8A93-BFE5-C03E-507E-2E38B505E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2BE81-5738-E248-B40F-CD5F2DCAE4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61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3AEF3-A527-73C0-EEC5-38D59E398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A66A4-3C93-AD85-48DE-5C4E2D7A0E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59B12D-887B-A8F7-25C3-4A98CF58D9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99EF4C-7973-1DFD-4414-774648180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7230D-C443-9C48-A48F-380679440D16}" type="datetimeFigureOut">
              <a:rPr lang="en-US" smtClean="0"/>
              <a:t>5/18/23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79421C-3200-9EF3-A6D4-774F684DA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FB12C2-9C2A-C0DD-13C1-A542E6AFC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2BE81-5738-E248-B40F-CD5F2DCAE4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668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BF77A-34B0-B110-48EC-45F2E86C6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2338E9-9DA6-040A-96FC-76F58B76E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2C53E3-3000-886D-68AE-37D67D5C9C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0116E7-49E5-5226-B3EB-783A5043FD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74F4F2-8224-6711-7FB4-E3BAEF17BB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CB1ECA-0B6E-AC38-61A8-F90113011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7230D-C443-9C48-A48F-380679440D16}" type="datetimeFigureOut">
              <a:rPr lang="en-US" smtClean="0"/>
              <a:t>5/18/23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5064B2-01E1-AF7F-0BE3-E0B342F0D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83ED67-F136-CB29-65D2-FEAC6D3AF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2BE81-5738-E248-B40F-CD5F2DCAE4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001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E5B1E-C7AC-F5C9-B77F-D5136FE83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8CBEC8-C27B-55FD-EC66-3F238B802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7230D-C443-9C48-A48F-380679440D16}" type="datetimeFigureOut">
              <a:rPr lang="en-US" smtClean="0"/>
              <a:t>5/18/23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FDB873-D8C5-209C-7E7F-BE79C814C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09F640-57DE-F0C2-F536-E31E9832B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2BE81-5738-E248-B40F-CD5F2DCAE4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983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4EEE7E-93A6-E2EF-606C-39BDC6261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7230D-C443-9C48-A48F-380679440D16}" type="datetimeFigureOut">
              <a:rPr lang="en-US" smtClean="0"/>
              <a:t>5/18/23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03072E-42CA-FC3C-1C2A-B821A9DB8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E8E184-AA60-F6DE-10DC-7B64B22C7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2BE81-5738-E248-B40F-CD5F2DCAE4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143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62CC1-168A-DE58-5AFC-104101327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A5646-5081-9CB5-FBA8-B3628DBCA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F76D33-C333-3D17-EEF4-B845EDB2F7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CC66A1-FFA9-01B3-1FA6-24FB610E1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7230D-C443-9C48-A48F-380679440D16}" type="datetimeFigureOut">
              <a:rPr lang="en-US" smtClean="0"/>
              <a:t>5/18/23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05BE30-CCB6-190C-DF76-D3D079D31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D8D8B8-4070-7959-7CD3-C811CDD35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2BE81-5738-E248-B40F-CD5F2DCAE4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149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ADD8F-5629-1037-CE41-0E68CD59A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EA1C9F-40CA-86E1-CFDE-4C8808782A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EB420B-F836-3915-CF78-6566C7BDD6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98A55F-38B7-E43F-E8C4-7B2AB347E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7230D-C443-9C48-A48F-380679440D16}" type="datetimeFigureOut">
              <a:rPr lang="en-US" smtClean="0"/>
              <a:t>5/18/23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8BF634-7EE8-53C1-E2C6-157CFEDA9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2DC97F-94E8-F372-C76C-8D65F1AC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2BE81-5738-E248-B40F-CD5F2DCAE4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489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168D4-2BE3-5E22-06EB-B4EEDED9F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B4ACCA-F977-6A24-9F96-56D160FE0B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2420C-EC44-B38F-217E-7E193E0A4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7230D-C443-9C48-A48F-380679440D16}" type="datetimeFigureOut">
              <a:rPr lang="en-US" smtClean="0"/>
              <a:t>5/18/23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88380-BC1D-2FA8-2BB2-E023136C2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143B6-23B4-5F7D-4935-CD37F511E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2BE81-5738-E248-B40F-CD5F2DCAE4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555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49C916-380A-1BA7-8D2C-7381A38236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31DA84-2806-249A-35B0-4A3D9CF63D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1DDF1-E090-B554-52D0-A07BF5440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7230D-C443-9C48-A48F-380679440D16}" type="datetimeFigureOut">
              <a:rPr lang="en-US" smtClean="0"/>
              <a:t>5/18/23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44DF5-8B91-D4AC-0CCD-0AF282FB0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C607EA-59A5-5706-64EB-6A7731007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2BE81-5738-E248-B40F-CD5F2DCAE4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457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174033-4CED-25C2-C6CC-4ED499366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6A97E6-F614-8B5B-012F-CD324E824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7EA606-56E0-C420-8350-480F5B7740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57230D-C443-9C48-A48F-380679440D16}" type="datetimeFigureOut">
              <a:rPr lang="en-US" smtClean="0"/>
              <a:t>5/18/23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23775-6F5B-6FFE-F6DC-B24C811945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32C431-D309-17DF-B01B-87E8EF969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A2BE81-5738-E248-B40F-CD5F2DCAE4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012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file:////Users/sanjayrai/Library/Containers/com.microsoft.Outlook/Data/Library/Caches/Signatures/signature_239227278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0" name="Rectangle 1029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person in a blue uniform fixing a air conditioner&#10;&#10;Description automatically generated with low confidence">
            <a:extLst>
              <a:ext uri="{FF2B5EF4-FFF2-40B4-BE49-F238E27FC236}">
                <a16:creationId xmlns:a16="http://schemas.microsoft.com/office/drawing/2014/main" id="{19565863-1906-10D3-FEEF-31F99F99B1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95" r="17990" b="909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032" name="Rectangle 1031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7AAD0A-AC81-9C1B-FF59-BD865455E4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941" y="3683642"/>
            <a:ext cx="5022707" cy="863274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/>
              <a:t>AC Service &amp; Repair </a:t>
            </a:r>
          </a:p>
        </p:txBody>
      </p:sp>
      <p:sp>
        <p:nvSpPr>
          <p:cNvPr id="1034" name="Rectangle 103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36" name="Rectangle 103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5" name="Picture 1" descr="Logo&#10;&#10;Description automatically generated with medium confidence">
            <a:extLst>
              <a:ext uri="{FF2B5EF4-FFF2-40B4-BE49-F238E27FC236}">
                <a16:creationId xmlns:a16="http://schemas.microsoft.com/office/drawing/2014/main" id="{0A908D4B-CADF-00F6-FD60-4CD1C59807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523488" cy="984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E35AD01D-D37F-4078-5440-234A5D83B8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191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AC Service &amp; Repair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 Service &amp; Repair </dc:title>
  <dc:creator>Sanjay Rai</dc:creator>
  <cp:lastModifiedBy>Sanjay Rai</cp:lastModifiedBy>
  <cp:revision>1</cp:revision>
  <dcterms:created xsi:type="dcterms:W3CDTF">2023-05-18T08:55:29Z</dcterms:created>
  <dcterms:modified xsi:type="dcterms:W3CDTF">2023-05-18T08:58:31Z</dcterms:modified>
</cp:coreProperties>
</file>